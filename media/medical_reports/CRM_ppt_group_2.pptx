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BA174E-20F7-4238-BE06-F1946648A235}" v="557" dt="2026-08-11T18:32:05.9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aadil9867@gmail.com" userId="f755ed484ed9614a" providerId="LiveId" clId="{2AAD719F-B08E-434F-B8DE-2916A9C90CF2}"/>
    <pc:docChg chg="undo custSel addSld delSld modSld modMainMaster">
      <pc:chgData name="mohdaadil9867@gmail.com" userId="f755ed484ed9614a" providerId="LiveId" clId="{2AAD719F-B08E-434F-B8DE-2916A9C90CF2}" dt="2026-08-11T18:32:20.973" v="680" actId="207"/>
      <pc:docMkLst>
        <pc:docMk/>
      </pc:docMkLst>
      <pc:sldChg chg="modSp mod setBg">
        <pc:chgData name="mohdaadil9867@gmail.com" userId="f755ed484ed9614a" providerId="LiveId" clId="{2AAD719F-B08E-434F-B8DE-2916A9C90CF2}" dt="2026-08-11T18:32:05.995" v="679"/>
        <pc:sldMkLst>
          <pc:docMk/>
          <pc:sldMk cId="812370716" sldId="256"/>
        </pc:sldMkLst>
        <pc:spChg chg="mod">
          <ac:chgData name="mohdaadil9867@gmail.com" userId="f755ed484ed9614a" providerId="LiveId" clId="{2AAD719F-B08E-434F-B8DE-2916A9C90CF2}" dt="2026-08-11T18:32:05.995" v="679"/>
          <ac:spMkLst>
            <pc:docMk/>
            <pc:sldMk cId="812370716" sldId="256"/>
            <ac:spMk id="2" creationId="{2A4B79E4-A4F2-C91B-C7B3-B6F948F998C1}"/>
          </ac:spMkLst>
        </pc:spChg>
        <pc:spChg chg="mod">
          <ac:chgData name="mohdaadil9867@gmail.com" userId="f755ed484ed9614a" providerId="LiveId" clId="{2AAD719F-B08E-434F-B8DE-2916A9C90CF2}" dt="2026-08-11T18:32:05.995" v="679"/>
          <ac:spMkLst>
            <pc:docMk/>
            <pc:sldMk cId="812370716" sldId="256"/>
            <ac:spMk id="3" creationId="{38D20A43-1269-AD13-FE91-B2E19C8ECE3C}"/>
          </ac:spMkLst>
        </pc:spChg>
      </pc:sldChg>
      <pc:sldChg chg="modSp mod">
        <pc:chgData name="mohdaadil9867@gmail.com" userId="f755ed484ed9614a" providerId="LiveId" clId="{2AAD719F-B08E-434F-B8DE-2916A9C90CF2}" dt="2026-08-11T18:32:05.995" v="679"/>
        <pc:sldMkLst>
          <pc:docMk/>
          <pc:sldMk cId="747148527" sldId="257"/>
        </pc:sldMkLst>
        <pc:spChg chg="mod">
          <ac:chgData name="mohdaadil9867@gmail.com" userId="f755ed484ed9614a" providerId="LiveId" clId="{2AAD719F-B08E-434F-B8DE-2916A9C90CF2}" dt="2026-08-11T18:32:05.995" v="679"/>
          <ac:spMkLst>
            <pc:docMk/>
            <pc:sldMk cId="747148527" sldId="257"/>
            <ac:spMk id="3" creationId="{FF201B2D-929C-EE8C-B9DE-5E177F5C47D9}"/>
          </ac:spMkLst>
        </pc:spChg>
      </pc:sldChg>
      <pc:sldChg chg="modSp mod">
        <pc:chgData name="mohdaadil9867@gmail.com" userId="f755ed484ed9614a" providerId="LiveId" clId="{2AAD719F-B08E-434F-B8DE-2916A9C90CF2}" dt="2026-08-11T18:32:05.995" v="679"/>
        <pc:sldMkLst>
          <pc:docMk/>
          <pc:sldMk cId="2824084896" sldId="258"/>
        </pc:sldMkLst>
        <pc:spChg chg="mod">
          <ac:chgData name="mohdaadil9867@gmail.com" userId="f755ed484ed9614a" providerId="LiveId" clId="{2AAD719F-B08E-434F-B8DE-2916A9C90CF2}" dt="2026-08-11T18:07:39.836" v="660"/>
          <ac:spMkLst>
            <pc:docMk/>
            <pc:sldMk cId="2824084896" sldId="258"/>
            <ac:spMk id="2" creationId="{F9741980-0D2D-CBBD-894D-23AB52A6B2B4}"/>
          </ac:spMkLst>
        </pc:spChg>
        <pc:spChg chg="mod">
          <ac:chgData name="mohdaadil9867@gmail.com" userId="f755ed484ed9614a" providerId="LiveId" clId="{2AAD719F-B08E-434F-B8DE-2916A9C90CF2}" dt="2026-08-11T18:32:05.995" v="679"/>
          <ac:spMkLst>
            <pc:docMk/>
            <pc:sldMk cId="2824084896" sldId="258"/>
            <ac:spMk id="3" creationId="{33F5D7CB-5583-8096-2C0C-F5DC637D6F8F}"/>
          </ac:spMkLst>
        </pc:spChg>
        <pc:spChg chg="mod">
          <ac:chgData name="mohdaadil9867@gmail.com" userId="f755ed484ed9614a" providerId="LiveId" clId="{2AAD719F-B08E-434F-B8DE-2916A9C90CF2}" dt="2026-08-11T18:32:05.995" v="679"/>
          <ac:spMkLst>
            <pc:docMk/>
            <pc:sldMk cId="2824084896" sldId="258"/>
            <ac:spMk id="4" creationId="{DA0804AB-A841-D0FA-31DC-8A0A6110B425}"/>
          </ac:spMkLst>
        </pc:spChg>
      </pc:sldChg>
      <pc:sldChg chg="modSp mod">
        <pc:chgData name="mohdaadil9867@gmail.com" userId="f755ed484ed9614a" providerId="LiveId" clId="{2AAD719F-B08E-434F-B8DE-2916A9C90CF2}" dt="2026-08-11T18:07:37.368" v="656"/>
        <pc:sldMkLst>
          <pc:docMk/>
          <pc:sldMk cId="530000915" sldId="259"/>
        </pc:sldMkLst>
        <pc:spChg chg="mod">
          <ac:chgData name="mohdaadil9867@gmail.com" userId="f755ed484ed9614a" providerId="LiveId" clId="{2AAD719F-B08E-434F-B8DE-2916A9C90CF2}" dt="2026-08-11T18:07:37.368" v="656"/>
          <ac:spMkLst>
            <pc:docMk/>
            <pc:sldMk cId="530000915" sldId="259"/>
            <ac:spMk id="2" creationId="{0B2A0488-26BC-1C44-BF0E-C341BDEEC2AD}"/>
          </ac:spMkLst>
        </pc:spChg>
        <pc:spChg chg="mod">
          <ac:chgData name="mohdaadil9867@gmail.com" userId="f755ed484ed9614a" providerId="LiveId" clId="{2AAD719F-B08E-434F-B8DE-2916A9C90CF2}" dt="2026-08-11T17:48:25.907" v="63" actId="207"/>
          <ac:spMkLst>
            <pc:docMk/>
            <pc:sldMk cId="530000915" sldId="259"/>
            <ac:spMk id="4" creationId="{CF829DC2-1F6C-3043-33D9-CBB87D12371D}"/>
          </ac:spMkLst>
        </pc:spChg>
      </pc:sldChg>
      <pc:sldChg chg="modSp mod modClrScheme chgLayout">
        <pc:chgData name="mohdaadil9867@gmail.com" userId="f755ed484ed9614a" providerId="LiveId" clId="{2AAD719F-B08E-434F-B8DE-2916A9C90CF2}" dt="2026-08-11T17:53:50.803" v="108" actId="700"/>
        <pc:sldMkLst>
          <pc:docMk/>
          <pc:sldMk cId="467956879" sldId="265"/>
        </pc:sldMkLst>
        <pc:spChg chg="mod ord">
          <ac:chgData name="mohdaadil9867@gmail.com" userId="f755ed484ed9614a" providerId="LiveId" clId="{2AAD719F-B08E-434F-B8DE-2916A9C90CF2}" dt="2026-08-11T17:53:50.803" v="108" actId="700"/>
          <ac:spMkLst>
            <pc:docMk/>
            <pc:sldMk cId="467956879" sldId="265"/>
            <ac:spMk id="2" creationId="{55FCBF3A-3319-EBA0-603D-69AA44B0C6F9}"/>
          </ac:spMkLst>
        </pc:spChg>
        <pc:spChg chg="mod ord">
          <ac:chgData name="mohdaadil9867@gmail.com" userId="f755ed484ed9614a" providerId="LiveId" clId="{2AAD719F-B08E-434F-B8DE-2916A9C90CF2}" dt="2026-08-11T17:53:50.803" v="108" actId="700"/>
          <ac:spMkLst>
            <pc:docMk/>
            <pc:sldMk cId="467956879" sldId="265"/>
            <ac:spMk id="3" creationId="{3C5436BD-F087-357D-8CD0-EAE42787A03D}"/>
          </ac:spMkLst>
        </pc:spChg>
        <pc:spChg chg="mod">
          <ac:chgData name="mohdaadil9867@gmail.com" userId="f755ed484ed9614a" providerId="LiveId" clId="{2AAD719F-B08E-434F-B8DE-2916A9C90CF2}" dt="2026-08-11T17:48:27.631" v="65" actId="207"/>
          <ac:spMkLst>
            <pc:docMk/>
            <pc:sldMk cId="467956879" sldId="265"/>
            <ac:spMk id="5" creationId="{1120D01B-9019-9652-0461-5AC662809488}"/>
          </ac:spMkLst>
        </pc:spChg>
        <pc:spChg chg="mod">
          <ac:chgData name="mohdaadil9867@gmail.com" userId="f755ed484ed9614a" providerId="LiveId" clId="{2AAD719F-B08E-434F-B8DE-2916A9C90CF2}" dt="2026-08-11T17:48:26.987" v="64" actId="207"/>
          <ac:spMkLst>
            <pc:docMk/>
            <pc:sldMk cId="467956879" sldId="265"/>
            <ac:spMk id="6" creationId="{A8DD59F5-304B-928B-9AF1-9B9A31616984}"/>
          </ac:spMkLst>
        </pc:spChg>
      </pc:sldChg>
      <pc:sldChg chg="addSp delSp modSp new mod">
        <pc:chgData name="mohdaadil9867@gmail.com" userId="f755ed484ed9614a" providerId="LiveId" clId="{2AAD719F-B08E-434F-B8DE-2916A9C90CF2}" dt="2026-08-11T18:32:20.973" v="680" actId="207"/>
        <pc:sldMkLst>
          <pc:docMk/>
          <pc:sldMk cId="1778258084" sldId="266"/>
        </pc:sldMkLst>
        <pc:spChg chg="add del mod">
          <ac:chgData name="mohdaadil9867@gmail.com" userId="f755ed484ed9614a" providerId="LiveId" clId="{2AAD719F-B08E-434F-B8DE-2916A9C90CF2}" dt="2026-08-11T17:54:56.859" v="144"/>
          <ac:spMkLst>
            <pc:docMk/>
            <pc:sldMk cId="1778258084" sldId="266"/>
            <ac:spMk id="2" creationId="{656E1612-A824-16F6-2000-A729B282BD84}"/>
          </ac:spMkLst>
        </pc:spChg>
        <pc:spChg chg="add del mod">
          <ac:chgData name="mohdaadil9867@gmail.com" userId="f755ed484ed9614a" providerId="LiveId" clId="{2AAD719F-B08E-434F-B8DE-2916A9C90CF2}" dt="2026-08-11T17:54:56.860" v="146"/>
          <ac:spMkLst>
            <pc:docMk/>
            <pc:sldMk cId="1778258084" sldId="266"/>
            <ac:spMk id="3" creationId="{418B74EE-E426-BA3A-59D6-281BF0675958}"/>
          </ac:spMkLst>
        </pc:spChg>
        <pc:spChg chg="add mod">
          <ac:chgData name="mohdaadil9867@gmail.com" userId="f755ed484ed9614a" providerId="LiveId" clId="{2AAD719F-B08E-434F-B8DE-2916A9C90CF2}" dt="2026-08-11T18:32:20.973" v="680" actId="207"/>
          <ac:spMkLst>
            <pc:docMk/>
            <pc:sldMk cId="1778258084" sldId="266"/>
            <ac:spMk id="4" creationId="{B7738816-9481-DF36-8C8D-8E4BB0B0EB57}"/>
          </ac:spMkLst>
        </pc:spChg>
      </pc:sldChg>
      <pc:sldChg chg="addSp delSp modSp add del mod">
        <pc:chgData name="mohdaadil9867@gmail.com" userId="f755ed484ed9614a" providerId="LiveId" clId="{2AAD719F-B08E-434F-B8DE-2916A9C90CF2}" dt="2026-08-11T17:54:15.311" v="122" actId="47"/>
        <pc:sldMkLst>
          <pc:docMk/>
          <pc:sldMk cId="3290848294" sldId="266"/>
        </pc:sldMkLst>
        <pc:spChg chg="mod">
          <ac:chgData name="mohdaadil9867@gmail.com" userId="f755ed484ed9614a" providerId="LiveId" clId="{2AAD719F-B08E-434F-B8DE-2916A9C90CF2}" dt="2026-08-11T17:53:59.509" v="117" actId="20577"/>
          <ac:spMkLst>
            <pc:docMk/>
            <pc:sldMk cId="3290848294" sldId="266"/>
            <ac:spMk id="2" creationId="{E6992E93-7157-6CE2-AA82-D0C024F41BFB}"/>
          </ac:spMkLst>
        </pc:spChg>
        <pc:spChg chg="mod">
          <ac:chgData name="mohdaadil9867@gmail.com" userId="f755ed484ed9614a" providerId="LiveId" clId="{2AAD719F-B08E-434F-B8DE-2916A9C90CF2}" dt="2026-08-11T17:53:59.335" v="116" actId="20577"/>
          <ac:spMkLst>
            <pc:docMk/>
            <pc:sldMk cId="3290848294" sldId="266"/>
            <ac:spMk id="3" creationId="{6FC5D206-A519-2D15-5EF3-81895BA5F521}"/>
          </ac:spMkLst>
        </pc:spChg>
        <pc:picChg chg="add del">
          <ac:chgData name="mohdaadil9867@gmail.com" userId="f755ed484ed9614a" providerId="LiveId" clId="{2AAD719F-B08E-434F-B8DE-2916A9C90CF2}" dt="2026-08-11T17:53:58.962" v="114" actId="478"/>
          <ac:picMkLst>
            <pc:docMk/>
            <pc:sldMk cId="3290848294" sldId="266"/>
            <ac:picMk id="5" creationId="{C0CA7F99-A5DA-7869-2F66-C09A69843973}"/>
          </ac:picMkLst>
        </pc:picChg>
        <pc:picChg chg="add del">
          <ac:chgData name="mohdaadil9867@gmail.com" userId="f755ed484ed9614a" providerId="LiveId" clId="{2AAD719F-B08E-434F-B8DE-2916A9C90CF2}" dt="2026-08-11T17:53:58.773" v="113" actId="478"/>
          <ac:picMkLst>
            <pc:docMk/>
            <pc:sldMk cId="3290848294" sldId="266"/>
            <ac:picMk id="7" creationId="{E984619F-79DB-9797-252B-41CC839705D7}"/>
          </ac:picMkLst>
        </pc:picChg>
        <pc:picChg chg="add del">
          <ac:chgData name="mohdaadil9867@gmail.com" userId="f755ed484ed9614a" providerId="LiveId" clId="{2AAD719F-B08E-434F-B8DE-2916A9C90CF2}" dt="2026-08-11T17:53:58.586" v="112" actId="478"/>
          <ac:picMkLst>
            <pc:docMk/>
            <pc:sldMk cId="3290848294" sldId="266"/>
            <ac:picMk id="9" creationId="{B3CF98D6-DE8D-08F4-1220-0112C26980D0}"/>
          </ac:picMkLst>
        </pc:picChg>
        <pc:picChg chg="add del">
          <ac:chgData name="mohdaadil9867@gmail.com" userId="f755ed484ed9614a" providerId="LiveId" clId="{2AAD719F-B08E-434F-B8DE-2916A9C90CF2}" dt="2026-08-11T17:53:58.267" v="111" actId="478"/>
          <ac:picMkLst>
            <pc:docMk/>
            <pc:sldMk cId="3290848294" sldId="266"/>
            <ac:picMk id="11" creationId="{26FC9F88-5F39-942C-091E-BF6FD41452C0}"/>
          </ac:picMkLst>
        </pc:picChg>
      </pc:sldChg>
      <pc:sldMasterChg chg="setBg modSldLayout">
        <pc:chgData name="mohdaadil9867@gmail.com" userId="f755ed484ed9614a" providerId="LiveId" clId="{2AAD719F-B08E-434F-B8DE-2916A9C90CF2}" dt="2026-08-11T18:08:03.765" v="676"/>
        <pc:sldMasterMkLst>
          <pc:docMk/>
          <pc:sldMasterMk cId="2073664403" sldId="2147483648"/>
        </pc:sldMasterMkLst>
        <pc:sldLayoutChg chg="setBg">
          <pc:chgData name="mohdaadil9867@gmail.com" userId="f755ed484ed9614a" providerId="LiveId" clId="{2AAD719F-B08E-434F-B8DE-2916A9C90CF2}" dt="2026-08-11T18:03:57.725" v="438"/>
          <pc:sldLayoutMkLst>
            <pc:docMk/>
            <pc:sldMasterMk cId="2073664403" sldId="2147483648"/>
            <pc:sldLayoutMk cId="3933354642" sldId="2147483649"/>
          </pc:sldLayoutMkLst>
        </pc:sldLayoutChg>
        <pc:sldLayoutChg chg="setBg">
          <pc:chgData name="mohdaadil9867@gmail.com" userId="f755ed484ed9614a" providerId="LiveId" clId="{2AAD719F-B08E-434F-B8DE-2916A9C90CF2}" dt="2026-08-11T18:03:57.725" v="438"/>
          <pc:sldLayoutMkLst>
            <pc:docMk/>
            <pc:sldMasterMk cId="2073664403" sldId="2147483648"/>
            <pc:sldLayoutMk cId="2840145185" sldId="2147483650"/>
          </pc:sldLayoutMkLst>
        </pc:sldLayoutChg>
        <pc:sldLayoutChg chg="setBg">
          <pc:chgData name="mohdaadil9867@gmail.com" userId="f755ed484ed9614a" providerId="LiveId" clId="{2AAD719F-B08E-434F-B8DE-2916A9C90CF2}" dt="2026-08-11T18:03:57.725" v="438"/>
          <pc:sldLayoutMkLst>
            <pc:docMk/>
            <pc:sldMasterMk cId="2073664403" sldId="2147483648"/>
            <pc:sldLayoutMk cId="77956039" sldId="2147483651"/>
          </pc:sldLayoutMkLst>
        </pc:sldLayoutChg>
        <pc:sldLayoutChg chg="setBg">
          <pc:chgData name="mohdaadil9867@gmail.com" userId="f755ed484ed9614a" providerId="LiveId" clId="{2AAD719F-B08E-434F-B8DE-2916A9C90CF2}" dt="2026-08-11T18:03:57.725" v="438"/>
          <pc:sldLayoutMkLst>
            <pc:docMk/>
            <pc:sldMasterMk cId="2073664403" sldId="2147483648"/>
            <pc:sldLayoutMk cId="3768346601" sldId="2147483652"/>
          </pc:sldLayoutMkLst>
        </pc:sldLayoutChg>
        <pc:sldLayoutChg chg="setBg">
          <pc:chgData name="mohdaadil9867@gmail.com" userId="f755ed484ed9614a" providerId="LiveId" clId="{2AAD719F-B08E-434F-B8DE-2916A9C90CF2}" dt="2026-08-11T18:03:57.725" v="438"/>
          <pc:sldLayoutMkLst>
            <pc:docMk/>
            <pc:sldMasterMk cId="2073664403" sldId="2147483648"/>
            <pc:sldLayoutMk cId="3728484375" sldId="2147483653"/>
          </pc:sldLayoutMkLst>
        </pc:sldLayoutChg>
        <pc:sldLayoutChg chg="setBg">
          <pc:chgData name="mohdaadil9867@gmail.com" userId="f755ed484ed9614a" providerId="LiveId" clId="{2AAD719F-B08E-434F-B8DE-2916A9C90CF2}" dt="2026-08-11T18:03:57.725" v="438"/>
          <pc:sldLayoutMkLst>
            <pc:docMk/>
            <pc:sldMasterMk cId="2073664403" sldId="2147483648"/>
            <pc:sldLayoutMk cId="2854514031" sldId="2147483654"/>
          </pc:sldLayoutMkLst>
        </pc:sldLayoutChg>
        <pc:sldLayoutChg chg="setBg">
          <pc:chgData name="mohdaadil9867@gmail.com" userId="f755ed484ed9614a" providerId="LiveId" clId="{2AAD719F-B08E-434F-B8DE-2916A9C90CF2}" dt="2026-08-11T18:03:57.725" v="438"/>
          <pc:sldLayoutMkLst>
            <pc:docMk/>
            <pc:sldMasterMk cId="2073664403" sldId="2147483648"/>
            <pc:sldLayoutMk cId="3123540379" sldId="2147483655"/>
          </pc:sldLayoutMkLst>
        </pc:sldLayoutChg>
        <pc:sldLayoutChg chg="setBg">
          <pc:chgData name="mohdaadil9867@gmail.com" userId="f755ed484ed9614a" providerId="LiveId" clId="{2AAD719F-B08E-434F-B8DE-2916A9C90CF2}" dt="2026-08-11T18:03:57.725" v="438"/>
          <pc:sldLayoutMkLst>
            <pc:docMk/>
            <pc:sldMasterMk cId="2073664403" sldId="2147483648"/>
            <pc:sldLayoutMk cId="1509822460" sldId="2147483656"/>
          </pc:sldLayoutMkLst>
        </pc:sldLayoutChg>
        <pc:sldLayoutChg chg="setBg">
          <pc:chgData name="mohdaadil9867@gmail.com" userId="f755ed484ed9614a" providerId="LiveId" clId="{2AAD719F-B08E-434F-B8DE-2916A9C90CF2}" dt="2026-08-11T18:03:57.725" v="438"/>
          <pc:sldLayoutMkLst>
            <pc:docMk/>
            <pc:sldMasterMk cId="2073664403" sldId="2147483648"/>
            <pc:sldLayoutMk cId="35304095" sldId="2147483657"/>
          </pc:sldLayoutMkLst>
        </pc:sldLayoutChg>
        <pc:sldLayoutChg chg="setBg">
          <pc:chgData name="mohdaadil9867@gmail.com" userId="f755ed484ed9614a" providerId="LiveId" clId="{2AAD719F-B08E-434F-B8DE-2916A9C90CF2}" dt="2026-08-11T18:03:57.725" v="438"/>
          <pc:sldLayoutMkLst>
            <pc:docMk/>
            <pc:sldMasterMk cId="2073664403" sldId="2147483648"/>
            <pc:sldLayoutMk cId="4184820823" sldId="2147483658"/>
          </pc:sldLayoutMkLst>
        </pc:sldLayoutChg>
        <pc:sldLayoutChg chg="setBg">
          <pc:chgData name="mohdaadil9867@gmail.com" userId="f755ed484ed9614a" providerId="LiveId" clId="{2AAD719F-B08E-434F-B8DE-2916A9C90CF2}" dt="2026-08-11T18:03:57.725" v="438"/>
          <pc:sldLayoutMkLst>
            <pc:docMk/>
            <pc:sldMasterMk cId="2073664403" sldId="2147483648"/>
            <pc:sldLayoutMk cId="2766211075" sldId="2147483659"/>
          </pc:sldLayoutMkLst>
        </pc:sldLayoutChg>
      </pc:sldMasterChg>
      <pc:sldMasterChg chg="modSldLayout">
        <pc:chgData name="mohdaadil9867@gmail.com" userId="f755ed484ed9614a" providerId="LiveId" clId="{2AAD719F-B08E-434F-B8DE-2916A9C90CF2}" dt="2026-08-11T18:07:37.368" v="656"/>
        <pc:sldMasterMkLst>
          <pc:docMk/>
          <pc:sldMasterMk cId="4104009556" sldId="2147483691"/>
        </pc:sldMasterMkLst>
        <pc:sldLayoutChg chg="addSp delSp">
          <pc:chgData name="mohdaadil9867@gmail.com" userId="f755ed484ed9614a" providerId="LiveId" clId="{2AAD719F-B08E-434F-B8DE-2916A9C90CF2}" dt="2026-08-11T18:07:37.368" v="656"/>
          <pc:sldLayoutMkLst>
            <pc:docMk/>
            <pc:sldMasterMk cId="4104009556" sldId="2147483691"/>
            <pc:sldLayoutMk cId="668302134" sldId="2147483719"/>
          </pc:sldLayoutMkLst>
          <pc:cxnChg chg="add del">
            <ac:chgData name="mohdaadil9867@gmail.com" userId="f755ed484ed9614a" providerId="LiveId" clId="{2AAD719F-B08E-434F-B8DE-2916A9C90CF2}" dt="2026-08-11T18:07:37.368" v="656"/>
            <ac:cxnSpMkLst>
              <pc:docMk/>
              <pc:sldMasterMk cId="4104009556" sldId="2147483691"/>
              <pc:sldLayoutMk cId="668302134" sldId="2147483719"/>
              <ac:cxnSpMk id="8" creationId="{2397169B-5226-712F-36F4-352E56B637D4}"/>
            </ac:cxnSpMkLst>
          </pc:cxnChg>
        </pc:sldLayoutChg>
      </pc:sldMasterChg>
      <pc:sldMasterChg chg="modSldLayout">
        <pc:chgData name="mohdaadil9867@gmail.com" userId="f755ed484ed9614a" providerId="LiveId" clId="{2AAD719F-B08E-434F-B8DE-2916A9C90CF2}" dt="2026-08-11T17:51:22.961" v="97"/>
        <pc:sldMasterMkLst>
          <pc:docMk/>
          <pc:sldMasterMk cId="2273145402" sldId="2147483722"/>
        </pc:sldMasterMkLst>
        <pc:sldLayoutChg chg="addSp delSp">
          <pc:chgData name="mohdaadil9867@gmail.com" userId="f755ed484ed9614a" providerId="LiveId" clId="{2AAD719F-B08E-434F-B8DE-2916A9C90CF2}" dt="2026-08-11T17:51:22.961" v="97"/>
          <pc:sldLayoutMkLst>
            <pc:docMk/>
            <pc:sldMasterMk cId="2273145402" sldId="2147483722"/>
            <pc:sldLayoutMk cId="3944870941" sldId="2147483751"/>
          </pc:sldLayoutMkLst>
          <pc:cxnChg chg="add del">
            <ac:chgData name="mohdaadil9867@gmail.com" userId="f755ed484ed9614a" providerId="LiveId" clId="{2AAD719F-B08E-434F-B8DE-2916A9C90CF2}" dt="2026-08-11T17:51:22.961" v="97"/>
            <ac:cxnSpMkLst>
              <pc:docMk/>
              <pc:sldMasterMk cId="2273145402" sldId="2147483722"/>
              <pc:sldLayoutMk cId="3944870941" sldId="2147483751"/>
              <ac:cxnSpMk id="8" creationId="{AB20CA7A-449A-6AC2-BFC5-17AF5007E7E1}"/>
            </ac:cxnSpMkLst>
          </pc:cxnChg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1T15:44:37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1T15:44:41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1T15:45:00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1T15:45:01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24575,'0'-4'0,"0"-7"0,0-1-8191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1T16:09:31.4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1,'6127'0,"18684"0,-24779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1T16:12:37.60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1 106,'0'1669,"0"-3420,0 1727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1T16:12:48.50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0,'0'1624,"0"-3178,0 3168,0-1603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1T16:12:55.53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1,'0'1755,"0"-3414,0 1640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1T16:13:03.79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1 130,'0'1641,"0"-3304,0 2102,0-873,0 1915,0-3042,0 1528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1T16:13:14.96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1 115,'0'1721,"0"-3557,0 3367,0-1513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1T16:13:21.75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1 199,'0'1605,"0"-3216,0 2870,0-2710,0 3240,0-1763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1T16:13:28.82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0,'0'1588,"0"-2960,0 2807,0-2866,0 1386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3F624-CB04-5E01-8F4E-D3625A7EC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A173E-FD75-93D6-3D01-9D3737598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9ABF5-BB6D-06D3-1FAE-223DC25C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A2DC-DC3C-404A-8B53-DE5D986B09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D833E-1137-FC06-A713-C422852B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FD925-3ADB-2C97-A67E-B65DECCDB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58D8-9497-420C-B6F9-CBF5744B9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354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8458-F898-F514-EAB9-67F3C7BC5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DE0ED-7163-9917-70A0-ED506AE29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8525F-0DD8-F8AF-9A56-32D48A58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A2DC-DC3C-404A-8B53-DE5D986B09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788E8-205A-3257-366C-0AF7EA546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1261A-BB30-D140-3BCB-3E29F2A2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58D8-9497-420C-B6F9-CBF5744B9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14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96902-94D5-0300-E5EF-044994355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2CE86-F4E5-F5E1-AA7E-E37D6195D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F15F7-C39A-323E-AE93-ECDD8922B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A2DC-DC3C-404A-8B53-DE5D986B09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6D083-7DDE-CD2C-DE02-0E54F452E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C1E09-9746-6C53-72A7-D18FFA868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58D8-9497-420C-B6F9-CBF5744B9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56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2FE3-63D9-CAC1-2710-8A90A34B5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07AE1-390C-A207-631E-333621281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7C7EDF-813F-ECE0-0CB3-535031F6E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26049-E9DC-8315-B61C-8C92CFF1F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A2DC-DC3C-404A-8B53-DE5D986B09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B571D-E64D-E72B-8867-BE6780732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51047-1760-7C41-0B61-6E90725B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58D8-9497-420C-B6F9-CBF5744B9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346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D710-726D-8DF8-2683-808E0480B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F9667-792E-D0A1-8B59-A4216E1D5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9C574-A19B-06EE-97AE-AC1E7553F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DE1F2B-DF94-621A-F5F4-2B14EE5CBC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9B116-B53A-4DB6-FC37-A21CC04EC6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D02BA2-77BB-2DA1-49BF-378D27D2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A2DC-DC3C-404A-8B53-DE5D986B09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44A251-7E98-CAE3-F0A1-F8FEEEE4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CCF4A4-B028-5E8A-570D-FE616EC3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58D8-9497-420C-B6F9-CBF5744B9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484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6BDBC-C61E-CCAB-FFD1-86519EDF0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A722C6-28DB-4CB9-CD4C-207D525E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A2DC-DC3C-404A-8B53-DE5D986B09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48B7B-1413-0D68-9865-A59F0FF24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F779F-721F-0CDF-55C4-A0F0A683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58D8-9497-420C-B6F9-CBF5744B9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514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0553EB-E277-1EB7-E66D-07A01D724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A2DC-DC3C-404A-8B53-DE5D986B09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6441F-07E7-1786-A5C0-68562A15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67FCF-9BF1-C69B-F5B6-28F47D4F3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58D8-9497-420C-B6F9-CBF5744B9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540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76369-4B6B-5801-3CD3-B4252DEA4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1E52F-4F74-74FD-4177-A456B2D42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60B29-48EF-9A86-EB94-68832D30D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E6F86-ADD3-E1FD-77A0-81567FBC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A2DC-DC3C-404A-8B53-DE5D986B09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36592-8927-507B-730C-835EE587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07152-950F-293B-A822-9C4CAB8D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58D8-9497-420C-B6F9-CBF5744B9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822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72A90-6087-8401-484D-4523FBBC6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F59C88-5BA6-84F2-FED6-62F6621DA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2E86E-48FA-D5CC-42F1-D797C38E5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4B15A-C7C5-CA17-0143-3CF1E5124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A2DC-DC3C-404A-8B53-DE5D986B09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84A21-9B8D-52BD-4294-12FCDC3F3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35B31-6159-AC66-FE94-13FDA1A8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58D8-9497-420C-B6F9-CBF5744B9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6A5D-879B-747B-6417-D3174156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6746A-62A2-22B8-5699-A8BE3458C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20988-5C70-5250-7246-84C5FE132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A2DC-DC3C-404A-8B53-DE5D986B09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F8E6A-360B-A048-EC03-D4D410BB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9BBC2-B527-4C9E-2D27-823C158D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58D8-9497-420C-B6F9-CBF5744B9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82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B3CDF-84C2-4DD1-413E-9F01A0D3A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A73D3A-CA01-3EE6-ACB2-2363603BD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7320C-E889-E5B9-3F73-1F68BBF4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A2DC-DC3C-404A-8B53-DE5D986B09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77BF0-6F38-C7CC-B3F8-F5C55C056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99F63-4558-EFC8-80EC-4D13AF9E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58D8-9497-420C-B6F9-CBF5744B9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211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7A6D51-BA62-43D2-7439-0325A7CB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1D005-86A1-DCBE-3814-A0D118629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EFD28-8BAF-A3FE-A8DA-B2AE6E0F8C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72A2DC-DC3C-404A-8B53-DE5D986B09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C8783-B947-4C02-86D4-718547AD3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2C8FA-506E-C3B0-6BD3-6B8F1D1FD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C58D8-9497-420C-B6F9-CBF5744B9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664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5.png"/><Relationship Id="rId18" Type="http://schemas.openxmlformats.org/officeDocument/2006/relationships/customXml" Target="../ink/ink10.xml"/><Relationship Id="rId3" Type="http://schemas.openxmlformats.org/officeDocument/2006/relationships/image" Target="../media/image1.png"/><Relationship Id="rId21" Type="http://schemas.openxmlformats.org/officeDocument/2006/relationships/image" Target="../media/image9.png"/><Relationship Id="rId7" Type="http://schemas.openxmlformats.org/officeDocument/2006/relationships/image" Target="../media/image2.png"/><Relationship Id="rId12" Type="http://schemas.openxmlformats.org/officeDocument/2006/relationships/customXml" Target="../ink/ink7.xml"/><Relationship Id="rId17" Type="http://schemas.openxmlformats.org/officeDocument/2006/relationships/image" Target="../media/image7.png"/><Relationship Id="rId2" Type="http://schemas.openxmlformats.org/officeDocument/2006/relationships/customXml" Target="../ink/ink1.xml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4.xml"/><Relationship Id="rId11" Type="http://schemas.openxmlformats.org/officeDocument/2006/relationships/image" Target="../media/image4.png"/><Relationship Id="rId5" Type="http://schemas.openxmlformats.org/officeDocument/2006/relationships/customXml" Target="../ink/ink3.xml"/><Relationship Id="rId15" Type="http://schemas.openxmlformats.org/officeDocument/2006/relationships/image" Target="../media/image6.png"/><Relationship Id="rId23" Type="http://schemas.openxmlformats.org/officeDocument/2006/relationships/image" Target="../media/image10.png"/><Relationship Id="rId10" Type="http://schemas.openxmlformats.org/officeDocument/2006/relationships/customXml" Target="../ink/ink6.xml"/><Relationship Id="rId19" Type="http://schemas.openxmlformats.org/officeDocument/2006/relationships/image" Target="../media/image8.png"/><Relationship Id="rId4" Type="http://schemas.openxmlformats.org/officeDocument/2006/relationships/customXml" Target="../ink/ink2.xml"/><Relationship Id="rId9" Type="http://schemas.openxmlformats.org/officeDocument/2006/relationships/image" Target="../media/image3.png"/><Relationship Id="rId14" Type="http://schemas.openxmlformats.org/officeDocument/2006/relationships/customXml" Target="../ink/ink8.xml"/><Relationship Id="rId22" Type="http://schemas.openxmlformats.org/officeDocument/2006/relationships/customXml" Target="../ink/ink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B79E4-A4F2-C91B-C7B3-B6F948F998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Californian FB" panose="0207040306080B030204" pitchFamily="18" charset="0"/>
              </a:rPr>
              <a:t>Relationship Marketing</a:t>
            </a:r>
            <a:br>
              <a:rPr lang="en-IN" b="1" dirty="0">
                <a:latin typeface="Californian FB" panose="0207040306080B030204" pitchFamily="18" charset="0"/>
              </a:rPr>
            </a:br>
            <a:r>
              <a:rPr lang="en-IN" b="1" dirty="0">
                <a:latin typeface="Californian FB" panose="0207040306080B030204" pitchFamily="18" charset="0"/>
              </a:rPr>
              <a:t>&amp;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20A43-1269-AD13-FE91-B2E19C8ECE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IN" sz="2800" i="1" dirty="0">
                <a:latin typeface="Californian FB" panose="0207040306080B030204" pitchFamily="18" charset="0"/>
              </a:rPr>
              <a:t>How lasting customer relationships turn one-time buyers into loyal advocates</a:t>
            </a:r>
          </a:p>
          <a:p>
            <a:endParaRPr lang="en-IN" sz="2800" i="1" dirty="0">
              <a:latin typeface="Californian FB" panose="0207040306080B030204" pitchFamily="18" charset="0"/>
            </a:endParaRPr>
          </a:p>
          <a:p>
            <a:r>
              <a:rPr lang="en-IN" sz="2800" i="1" dirty="0">
                <a:latin typeface="Californian FB" panose="0207040306080B030204" pitchFamily="18" charset="0"/>
              </a:rPr>
              <a:t>Group Presentation – 13 August </a:t>
            </a:r>
          </a:p>
        </p:txBody>
      </p:sp>
    </p:spTree>
    <p:extLst>
      <p:ext uri="{BB962C8B-B14F-4D97-AF65-F5344CB8AC3E}">
        <p14:creationId xmlns:p14="http://schemas.microsoft.com/office/powerpoint/2010/main" val="812370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B5C44-D35E-5A3C-16BE-5CCB906B4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245" y="315963"/>
            <a:ext cx="10515600" cy="1325563"/>
          </a:xfrm>
        </p:spPr>
        <p:txBody>
          <a:bodyPr/>
          <a:lstStyle/>
          <a:p>
            <a:r>
              <a:rPr lang="en-IN" b="1" dirty="0">
                <a:latin typeface="Californian FB" panose="0207040306080B0302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01B2D-929C-EE8C-B9DE-5E177F5C4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alifornian FB" panose="0207040306080B030204" pitchFamily="18" charset="0"/>
              </a:rPr>
              <a:t>Relationship marketing focuses on building long-term customer relationships.</a:t>
            </a:r>
          </a:p>
          <a:p>
            <a:r>
              <a:rPr lang="en-IN" sz="3600" dirty="0">
                <a:latin typeface="Californian FB" panose="0207040306080B030204" pitchFamily="18" charset="0"/>
              </a:rPr>
              <a:t>Main aims: trust, satisfaction, loyalty, and repeat business.</a:t>
            </a:r>
          </a:p>
          <a:p>
            <a:r>
              <a:rPr lang="en-IN" sz="3600" dirty="0">
                <a:latin typeface="Californian FB" panose="0207040306080B030204" pitchFamily="18" charset="0"/>
              </a:rPr>
              <a:t>CRM helps business understand customers and personalize interactions. </a:t>
            </a:r>
          </a:p>
        </p:txBody>
      </p:sp>
    </p:spTree>
    <p:extLst>
      <p:ext uri="{BB962C8B-B14F-4D97-AF65-F5344CB8AC3E}">
        <p14:creationId xmlns:p14="http://schemas.microsoft.com/office/powerpoint/2010/main" val="747148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41980-0D2D-CBBD-894D-23AB52A6B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30613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alifornian FB" panose="0207040306080B030204" pitchFamily="18" charset="0"/>
              </a:rPr>
              <a:t>OBJECTIVES &amp; IMPORTANCE</a:t>
            </a:r>
            <a:br>
              <a:rPr lang="en-IN" b="1" dirty="0">
                <a:latin typeface="Californian FB" panose="0207040306080B030204" pitchFamily="18" charset="0"/>
              </a:rPr>
            </a:br>
            <a:br>
              <a:rPr lang="en-IN" dirty="0">
                <a:latin typeface="Californian FB" panose="0207040306080B030204" pitchFamily="18" charset="0"/>
              </a:rPr>
            </a:br>
            <a:r>
              <a:rPr lang="en-IN" sz="2700" dirty="0">
                <a:latin typeface="Californian FB" panose="0207040306080B030204" pitchFamily="18" charset="0"/>
              </a:rPr>
              <a:t>What Relationship Marketing Aims to Achieve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5D7CB-5583-8096-2C0C-F5DC637D6F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200" b="1" dirty="0">
                <a:latin typeface="Californian FB" panose="0207040306080B030204" pitchFamily="18" charset="0"/>
              </a:rPr>
              <a:t>Retain customers</a:t>
            </a:r>
          </a:p>
          <a:p>
            <a:pPr marL="0" indent="0">
              <a:buNone/>
            </a:pPr>
            <a:r>
              <a:rPr lang="en-IN" sz="3200" dirty="0">
                <a:latin typeface="Californian FB" panose="0207040306080B030204" pitchFamily="18" charset="0"/>
              </a:rPr>
              <a:t>Keep existing customer and increase their loyalty over time.</a:t>
            </a:r>
          </a:p>
          <a:p>
            <a:pPr marL="0" indent="0">
              <a:buNone/>
            </a:pPr>
            <a:endParaRPr lang="en-IN" sz="3200" dirty="0">
              <a:latin typeface="Californian FB" panose="0207040306080B030204" pitchFamily="18" charset="0"/>
            </a:endParaRPr>
          </a:p>
          <a:p>
            <a:r>
              <a:rPr lang="en-IN" sz="3200" b="1" dirty="0">
                <a:latin typeface="Californian FB" panose="0207040306080B030204" pitchFamily="18" charset="0"/>
              </a:rPr>
              <a:t>Repeat purchases</a:t>
            </a:r>
          </a:p>
          <a:p>
            <a:pPr marL="0" indent="0">
              <a:buNone/>
            </a:pPr>
            <a:r>
              <a:rPr lang="en-IN" sz="3200" dirty="0">
                <a:latin typeface="Californian FB" panose="0207040306080B030204" pitchFamily="18" charset="0"/>
              </a:rPr>
              <a:t>Encourage customers to keep coming back.</a:t>
            </a:r>
          </a:p>
          <a:p>
            <a:pPr marL="0" indent="0">
              <a:buNone/>
            </a:pPr>
            <a:endParaRPr lang="en-IN" sz="2400" dirty="0">
              <a:latin typeface="Californian FB" panose="0207040306080B030204" pitchFamily="18" charset="0"/>
            </a:endParaRPr>
          </a:p>
          <a:p>
            <a:pPr marL="0" indent="0">
              <a:buNone/>
            </a:pPr>
            <a:endParaRPr lang="en-IN" sz="2400" dirty="0">
              <a:latin typeface="Californian FB" panose="0207040306080B03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804AB-A841-D0FA-31DC-8A0A6110B4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IN" sz="3200" b="1" dirty="0">
                <a:latin typeface="Californian FB" panose="0207040306080B030204" pitchFamily="18" charset="0"/>
              </a:rPr>
              <a:t>Customer insight</a:t>
            </a:r>
          </a:p>
          <a:p>
            <a:pPr marL="0" indent="0">
              <a:buNone/>
            </a:pPr>
            <a:r>
              <a:rPr lang="en-IN" sz="3200" dirty="0">
                <a:latin typeface="Californian FB" panose="0207040306080B030204" pitchFamily="18" charset="0"/>
              </a:rPr>
              <a:t>Gain useful, actionable insights about customer needs.</a:t>
            </a:r>
          </a:p>
          <a:p>
            <a:pPr marL="0" indent="0">
              <a:buNone/>
            </a:pPr>
            <a:endParaRPr lang="en-IN" sz="3200" dirty="0">
              <a:latin typeface="Californian FB" panose="0207040306080B030204" pitchFamily="18" charset="0"/>
            </a:endParaRPr>
          </a:p>
          <a:p>
            <a:r>
              <a:rPr lang="en-IN" sz="3200" b="1" dirty="0">
                <a:latin typeface="Californian FB" panose="0207040306080B030204" pitchFamily="18" charset="0"/>
              </a:rPr>
              <a:t>Build trust</a:t>
            </a:r>
          </a:p>
          <a:p>
            <a:pPr marL="0" indent="0">
              <a:buNone/>
            </a:pPr>
            <a:r>
              <a:rPr lang="en-IN" sz="3200" dirty="0">
                <a:latin typeface="Californian FB" panose="0207040306080B030204" pitchFamily="18" charset="0"/>
              </a:rPr>
              <a:t>Create long-term relationships grounded in reliability.</a:t>
            </a:r>
          </a:p>
          <a:p>
            <a:pPr marL="0" indent="0">
              <a:buNone/>
            </a:pPr>
            <a:endParaRPr lang="en-IN" sz="2400" dirty="0">
              <a:latin typeface="Californian FB" panose="0207040306080B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084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A0488-26BC-1C44-BF0E-C341BDEEC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497" y="37598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alifornian FB" panose="0207040306080B030204" pitchFamily="18" charset="0"/>
              </a:rPr>
              <a:t>THE PROCESS</a:t>
            </a:r>
            <a:br>
              <a:rPr lang="en-IN" b="1" dirty="0">
                <a:latin typeface="Californian FB" panose="0207040306080B030204" pitchFamily="18" charset="0"/>
              </a:rPr>
            </a:br>
            <a:br>
              <a:rPr lang="en-IN" b="1" dirty="0">
                <a:latin typeface="Californian FB" panose="0207040306080B030204" pitchFamily="18" charset="0"/>
              </a:rPr>
            </a:br>
            <a:endParaRPr lang="en-IN" b="1" dirty="0">
              <a:latin typeface="Californian FB" panose="0207040306080B030204" pitchFamily="18" charset="0"/>
            </a:endParaRP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D9936-C8A3-2F7E-4CC3-5DD244FCF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3560445" y="-2596383"/>
            <a:ext cx="5071112" cy="12192001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Californian FB" panose="0207040306080B030204" pitchFamily="18" charset="0"/>
              </a:rPr>
              <a:t>     From First Contact to Lasting loyalty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F829DC2-1F6C-3043-33D9-CBB87D12371D}"/>
              </a:ext>
            </a:extLst>
          </p:cNvPr>
          <p:cNvSpPr/>
          <p:nvPr/>
        </p:nvSpPr>
        <p:spPr>
          <a:xfrm>
            <a:off x="521106" y="2333585"/>
            <a:ext cx="1445342" cy="97339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fornian FB" panose="0207040306080B030204" pitchFamily="18" charset="0"/>
              </a:rPr>
              <a:t>Identify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AAD2BF-6F0E-A376-B05D-AECF6F427F97}"/>
              </a:ext>
            </a:extLst>
          </p:cNvPr>
          <p:cNvSpPr/>
          <p:nvPr/>
        </p:nvSpPr>
        <p:spPr>
          <a:xfrm>
            <a:off x="1966448" y="4583140"/>
            <a:ext cx="1445342" cy="97339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alifornian FB" panose="0207040306080B030204" pitchFamily="18" charset="0"/>
              </a:rPr>
              <a:t>Understand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69F828-BE5F-DC62-0D65-43E47937CEEC}"/>
              </a:ext>
            </a:extLst>
          </p:cNvPr>
          <p:cNvSpPr/>
          <p:nvPr/>
        </p:nvSpPr>
        <p:spPr>
          <a:xfrm>
            <a:off x="6986228" y="2330938"/>
            <a:ext cx="1445342" cy="97339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alifornian FB" panose="0207040306080B030204" pitchFamily="18" charset="0"/>
              </a:rPr>
              <a:t>Interact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81500AD-1176-E14D-9DEF-6A6C691678F8}"/>
              </a:ext>
            </a:extLst>
          </p:cNvPr>
          <p:cNvSpPr/>
          <p:nvPr/>
        </p:nvSpPr>
        <p:spPr>
          <a:xfrm>
            <a:off x="4857133" y="4583139"/>
            <a:ext cx="2168830" cy="97339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alifornian FB" panose="0207040306080B030204" pitchFamily="18" charset="0"/>
              </a:rPr>
              <a:t>Personalize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8BE4A9B-607A-1B8A-8112-FEB75EAA5602}"/>
              </a:ext>
            </a:extLst>
          </p:cNvPr>
          <p:cNvSpPr/>
          <p:nvPr/>
        </p:nvSpPr>
        <p:spPr>
          <a:xfrm>
            <a:off x="3411790" y="2330939"/>
            <a:ext cx="1445343" cy="97339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alifornian FB" panose="0207040306080B030204" pitchFamily="18" charset="0"/>
              </a:rPr>
              <a:t>Satisfy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EE25A42-EF38-C49E-5116-7350E6495FBB}"/>
              </a:ext>
            </a:extLst>
          </p:cNvPr>
          <p:cNvSpPr/>
          <p:nvPr/>
        </p:nvSpPr>
        <p:spPr>
          <a:xfrm>
            <a:off x="9783908" y="2330938"/>
            <a:ext cx="1445342" cy="99305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alifornian FB" panose="0207040306080B030204" pitchFamily="18" charset="0"/>
              </a:rPr>
              <a:t>Retain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DA8B2C8-3180-4E15-2D80-60E42DC5D3DE}"/>
              </a:ext>
            </a:extLst>
          </p:cNvPr>
          <p:cNvSpPr/>
          <p:nvPr/>
        </p:nvSpPr>
        <p:spPr>
          <a:xfrm>
            <a:off x="8471306" y="4583138"/>
            <a:ext cx="1596926" cy="97339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alifornian FB" panose="0207040306080B030204" pitchFamily="18" charset="0"/>
              </a:rPr>
              <a:t>Develop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552E0D0-C28E-2DE9-E268-2FE560F8977E}"/>
                  </a:ext>
                </a:extLst>
              </p14:cNvPr>
              <p14:cNvContentPartPr/>
              <p14:nvPr/>
            </p14:nvContentPartPr>
            <p14:xfrm>
              <a:off x="2575777" y="864948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552E0D0-C28E-2DE9-E268-2FE560F897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9657" y="8588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BD94EA2-B523-F852-E41F-B1EA6916469B}"/>
                  </a:ext>
                </a:extLst>
              </p14:cNvPr>
              <p14:cNvContentPartPr/>
              <p14:nvPr/>
            </p14:nvContentPartPr>
            <p14:xfrm>
              <a:off x="3293617" y="638981"/>
              <a:ext cx="21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BD94EA2-B523-F852-E41F-B1EA691646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87497" y="632861"/>
                <a:ext cx="14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607489B-5D41-E922-51CC-67FA4F6E111D}"/>
                  </a:ext>
                </a:extLst>
              </p14:cNvPr>
              <p14:cNvContentPartPr/>
              <p14:nvPr/>
            </p14:nvContentPartPr>
            <p14:xfrm>
              <a:off x="-1042223" y="6076308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607489B-5D41-E922-51CC-67FA4F6E11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048343" y="60701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3D48E7F-B8AC-5471-EC1A-5DBC111D4B0A}"/>
                  </a:ext>
                </a:extLst>
              </p14:cNvPr>
              <p14:cNvContentPartPr/>
              <p14:nvPr/>
            </p14:nvContentPartPr>
            <p14:xfrm>
              <a:off x="-1042223" y="4964988"/>
              <a:ext cx="360" cy="104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3D48E7F-B8AC-5471-EC1A-5DBC111D4B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048343" y="4958868"/>
                <a:ext cx="1260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2A0DDC9-87E0-B092-841B-7533924ADCE3}"/>
                  </a:ext>
                </a:extLst>
              </p14:cNvPr>
              <p14:cNvContentPartPr/>
              <p14:nvPr/>
            </p14:nvContentPartPr>
            <p14:xfrm>
              <a:off x="245497" y="3953388"/>
              <a:ext cx="111495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2A0DDC9-87E0-B092-841B-7533924ADCE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7857" y="3935748"/>
                <a:ext cx="11185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5DDDFE4-8A22-001F-EE25-316E2736E4BE}"/>
                  </a:ext>
                </a:extLst>
              </p14:cNvPr>
              <p14:cNvContentPartPr/>
              <p14:nvPr/>
            </p14:nvContentPartPr>
            <p14:xfrm>
              <a:off x="1087537" y="3304668"/>
              <a:ext cx="360" cy="639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5DDDFE4-8A22-001F-EE25-316E2736E4B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78897" y="3295668"/>
                <a:ext cx="18000" cy="65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9C8519D-EEDF-8944-1811-1DDE409D6D5F}"/>
                  </a:ext>
                </a:extLst>
              </p14:cNvPr>
              <p14:cNvContentPartPr/>
              <p14:nvPr/>
            </p14:nvContentPartPr>
            <p14:xfrm>
              <a:off x="2728057" y="3962388"/>
              <a:ext cx="360" cy="6105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9C8519D-EEDF-8944-1811-1DDE409D6D5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19057" y="3953388"/>
                <a:ext cx="18000" cy="62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1A93C9E-E118-4FA0-30B7-2543C858C2BE}"/>
                  </a:ext>
                </a:extLst>
              </p14:cNvPr>
              <p14:cNvContentPartPr/>
              <p14:nvPr/>
            </p14:nvContentPartPr>
            <p14:xfrm>
              <a:off x="4086337" y="3293508"/>
              <a:ext cx="360" cy="6321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1A93C9E-E118-4FA0-30B7-2543C858C2B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77697" y="3284868"/>
                <a:ext cx="18000" cy="64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C83C360-441D-ED8C-E207-5982EAF96B43}"/>
                  </a:ext>
                </a:extLst>
              </p14:cNvPr>
              <p14:cNvContentPartPr/>
              <p14:nvPr/>
            </p14:nvContentPartPr>
            <p14:xfrm>
              <a:off x="5952937" y="3945108"/>
              <a:ext cx="360" cy="6375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C83C360-441D-ED8C-E207-5982EAF96B4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44297" y="3936108"/>
                <a:ext cx="18000" cy="65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1ABDECD-B213-FFD3-E3CF-1D632794B04D}"/>
                  </a:ext>
                </a:extLst>
              </p14:cNvPr>
              <p14:cNvContentPartPr/>
              <p14:nvPr/>
            </p14:nvContentPartPr>
            <p14:xfrm>
              <a:off x="7773457" y="3291708"/>
              <a:ext cx="360" cy="6613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1ABDECD-B213-FFD3-E3CF-1D632794B04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64817" y="3282708"/>
                <a:ext cx="18000" cy="67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300E939-F34E-AEBE-AED6-2A0616F95977}"/>
                  </a:ext>
                </a:extLst>
              </p14:cNvPr>
              <p14:cNvContentPartPr/>
              <p14:nvPr/>
            </p14:nvContentPartPr>
            <p14:xfrm>
              <a:off x="9266377" y="3929988"/>
              <a:ext cx="360" cy="6537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300E939-F34E-AEBE-AED6-2A0616F9597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257737" y="3921348"/>
                <a:ext cx="18000" cy="67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09DB0DC-1050-74E6-0D90-B42A7091D2B4}"/>
                  </a:ext>
                </a:extLst>
              </p14:cNvPr>
              <p14:cNvContentPartPr/>
              <p14:nvPr/>
            </p14:nvContentPartPr>
            <p14:xfrm>
              <a:off x="10477417" y="3342828"/>
              <a:ext cx="360" cy="5947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09DB0DC-1050-74E6-0D90-B42A7091D2B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468777" y="3333828"/>
                <a:ext cx="18000" cy="61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0000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77A4CB-DCE2-DFFA-D3AD-44F8A496A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 rot="16200000">
            <a:off x="-1713269" y="1713268"/>
            <a:ext cx="6858000" cy="3431461"/>
          </a:xfrm>
        </p:spPr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3F2822-4B49-C9F6-113D-9989F8A76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4382731" y="-951269"/>
            <a:ext cx="6858000" cy="876053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Californian FB" panose="0207040306080B030204" pitchFamily="18" charset="0"/>
              </a:rPr>
              <a:t> Customer records</a:t>
            </a:r>
          </a:p>
          <a:p>
            <a:pPr marL="0" indent="0">
              <a:buNone/>
            </a:pPr>
            <a:r>
              <a:rPr lang="en-US" dirty="0">
                <a:latin typeface="Californian FB" panose="0207040306080B030204" pitchFamily="18" charset="0"/>
                <a:ea typeface="Calibri" pitchFamily="34" charset="-122"/>
                <a:cs typeface="Calibri" pitchFamily="34" charset="-120"/>
              </a:rPr>
              <a:t>Stores customer information and complete purchase history.</a:t>
            </a:r>
          </a:p>
          <a:p>
            <a:pPr marL="0" indent="0">
              <a:buNone/>
            </a:pPr>
            <a:endParaRPr lang="en-US" dirty="0">
              <a:latin typeface="Californian FB" panose="0207040306080B030204" pitchFamily="18" charset="0"/>
              <a:ea typeface="Calibri" pitchFamily="34" charset="-122"/>
              <a:cs typeface="Calibri" pitchFamily="34" charset="-12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fornian FB" panose="0207040306080B030204" pitchFamily="18" charset="0"/>
              </a:rPr>
              <a:t> Interaction tracking</a:t>
            </a:r>
          </a:p>
          <a:p>
            <a:pPr marL="0" indent="0">
              <a:buNone/>
            </a:pPr>
            <a:r>
              <a:rPr lang="en-US" b="1" dirty="0">
                <a:latin typeface="Californian FB" panose="0207040306080B030204" pitchFamily="18" charset="0"/>
              </a:rPr>
              <a:t>Tracks customer interactions and preferences over time.</a:t>
            </a:r>
          </a:p>
          <a:p>
            <a:pPr marL="0" indent="0">
              <a:buNone/>
            </a:pPr>
            <a:endParaRPr lang="en-US" b="1" dirty="0">
              <a:latin typeface="Californian FB" panose="0207040306080B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fornian FB" panose="0207040306080B030204" pitchFamily="18" charset="0"/>
              </a:rPr>
              <a:t> Personalized offers</a:t>
            </a:r>
          </a:p>
          <a:p>
            <a:pPr marL="0" indent="0">
              <a:buNone/>
            </a:pPr>
            <a:r>
              <a:rPr lang="en-US" b="1" dirty="0">
                <a:latin typeface="Californian FB" panose="0207040306080B030204" pitchFamily="18" charset="0"/>
              </a:rPr>
              <a:t>Supports personalized offers and targeted communication.</a:t>
            </a:r>
          </a:p>
          <a:p>
            <a:pPr marL="0" indent="0">
              <a:buNone/>
            </a:pPr>
            <a:endParaRPr lang="en-IN" dirty="0">
              <a:latin typeface="Californian FB" panose="0207040306080B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C4660-2784-971C-59CE-EE08770A3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2" y="412955"/>
            <a:ext cx="3400480" cy="31419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6178A8-E6DE-30DC-09E2-8CF500D46118}"/>
              </a:ext>
            </a:extLst>
          </p:cNvPr>
          <p:cNvSpPr txBox="1"/>
          <p:nvPr/>
        </p:nvSpPr>
        <p:spPr>
          <a:xfrm>
            <a:off x="157316" y="3805084"/>
            <a:ext cx="30774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lifornian FB" panose="0207040306080B030204" pitchFamily="18" charset="0"/>
              </a:rPr>
              <a:t>The Role of CRM</a:t>
            </a:r>
          </a:p>
        </p:txBody>
      </p:sp>
    </p:spTree>
    <p:extLst>
      <p:ext uri="{BB962C8B-B14F-4D97-AF65-F5344CB8AC3E}">
        <p14:creationId xmlns:p14="http://schemas.microsoft.com/office/powerpoint/2010/main" val="3723030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25D9F-A50E-78B3-4B73-648422569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1E9ECA-3C70-1DD1-C164-05A2901117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 rot="16200000">
            <a:off x="-1713269" y="1713268"/>
            <a:ext cx="6858000" cy="3431461"/>
          </a:xfrm>
        </p:spPr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5BE5B-CE52-A2CB-78DA-15135970D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4382731" y="-951269"/>
            <a:ext cx="6858000" cy="876053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Californian FB" panose="0207040306080B030204" pitchFamily="18" charset="0"/>
              </a:rPr>
              <a:t> Apple’s connected ecosystem of devices and services keeps customers engaged across every touchpoint.</a:t>
            </a:r>
          </a:p>
          <a:p>
            <a:pPr marL="0" indent="0">
              <a:buNone/>
            </a:pPr>
            <a:endParaRPr lang="en-IN" dirty="0">
              <a:latin typeface="Californian FB" panose="0207040306080B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Californian FB" panose="0207040306080B030204" pitchFamily="18" charset="0"/>
              </a:rPr>
              <a:t> AppleCare and in-store Genius Bar support build long – term trust through reliable after – sales service.</a:t>
            </a:r>
          </a:p>
          <a:p>
            <a:pPr marL="0" indent="0">
              <a:buNone/>
            </a:pPr>
            <a:endParaRPr lang="en-IN" dirty="0">
              <a:latin typeface="Californian FB" panose="0207040306080B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Californian FB" panose="0207040306080B030204" pitchFamily="18" charset="0"/>
              </a:rPr>
              <a:t> Personalized recommendations across the App Store, Music and iCloud increase engagement.</a:t>
            </a:r>
          </a:p>
          <a:p>
            <a:pPr marL="0" indent="0">
              <a:buNone/>
            </a:pPr>
            <a:endParaRPr lang="en-IN" dirty="0">
              <a:latin typeface="Californian FB" panose="0207040306080B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Californian FB" panose="0207040306080B030204" pitchFamily="18" charset="0"/>
              </a:rPr>
              <a:t> Consistent quality, design and privacy commitments strengthen loyalty and repeat purchases.</a:t>
            </a:r>
          </a:p>
          <a:p>
            <a:pPr marL="0" indent="0">
              <a:buNone/>
            </a:pPr>
            <a:endParaRPr lang="en-IN" dirty="0">
              <a:latin typeface="Californian FB" panose="0207040306080B0302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Californian FB" panose="0207040306080B030204" pitchFamily="18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23A1A1-9FA7-76E8-1A6F-ED392FFD775A}"/>
              </a:ext>
            </a:extLst>
          </p:cNvPr>
          <p:cNvSpPr txBox="1"/>
          <p:nvPr/>
        </p:nvSpPr>
        <p:spPr>
          <a:xfrm>
            <a:off x="176982" y="4337981"/>
            <a:ext cx="30774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lifornian FB" panose="0207040306080B030204" pitchFamily="18" charset="0"/>
              </a:rPr>
              <a:t>Apple</a:t>
            </a:r>
          </a:p>
          <a:p>
            <a:pPr algn="ctr"/>
            <a:r>
              <a:rPr lang="en-IN" sz="2000" i="1" dirty="0">
                <a:latin typeface="Californian FB" panose="0207040306080B030204" pitchFamily="18" charset="0"/>
              </a:rPr>
              <a:t>Ecosystem-driven relationship marketing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4A6ACA-B943-118F-C850-38AF4ADD1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7" y="1372849"/>
            <a:ext cx="3362168" cy="30919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6BDA50-F15D-ED9D-7093-DA5EA9653259}"/>
              </a:ext>
            </a:extLst>
          </p:cNvPr>
          <p:cNvSpPr txBox="1"/>
          <p:nvPr/>
        </p:nvSpPr>
        <p:spPr>
          <a:xfrm>
            <a:off x="324464" y="295630"/>
            <a:ext cx="16026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Californian FB" panose="0207040306080B030204" pitchFamily="18" charset="0"/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1499524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9BE3E-6FAF-F0B7-E01E-BF71BD341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7" y="365121"/>
            <a:ext cx="10515600" cy="1325563"/>
          </a:xfrm>
        </p:spPr>
        <p:txBody>
          <a:bodyPr/>
          <a:lstStyle/>
          <a:p>
            <a:r>
              <a:rPr lang="en-IN" sz="2400" dirty="0">
                <a:latin typeface="Californian FB" panose="0207040306080B030204" pitchFamily="18" charset="0"/>
              </a:rPr>
              <a:t>APPLE CASE STUDY</a:t>
            </a:r>
            <a:br>
              <a:rPr lang="en-IN" dirty="0"/>
            </a:br>
            <a:r>
              <a:rPr lang="en-IN" b="1" dirty="0">
                <a:latin typeface="Californian FB" panose="0207040306080B030204" pitchFamily="18" charset="0"/>
              </a:rPr>
              <a:t>Discussion Questions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B807A3-5EFC-679F-2F0B-414DF7EFA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3512344" y="-1821658"/>
            <a:ext cx="5167313" cy="12191999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356C37-1827-86BB-B9C9-71ED2387C5A3}"/>
              </a:ext>
            </a:extLst>
          </p:cNvPr>
          <p:cNvSpPr/>
          <p:nvPr/>
        </p:nvSpPr>
        <p:spPr>
          <a:xfrm>
            <a:off x="521110" y="1995948"/>
            <a:ext cx="4375354" cy="18288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Californian FB" panose="0207040306080B030204" pitchFamily="18" charset="0"/>
              </a:rPr>
              <a:t>Q1) </a:t>
            </a:r>
            <a:r>
              <a:rPr lang="en-IN" sz="2400" dirty="0">
                <a:latin typeface="Californian FB" panose="0207040306080B030204" pitchFamily="18" charset="0"/>
              </a:rPr>
              <a:t>How does Apple’s ecosystem encourage customer loyalty and repeat purchases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50704D-97FB-C9B8-F8E0-51ED08F5E6FA}"/>
              </a:ext>
            </a:extLst>
          </p:cNvPr>
          <p:cNvSpPr/>
          <p:nvPr/>
        </p:nvSpPr>
        <p:spPr>
          <a:xfrm>
            <a:off x="5801032" y="1995948"/>
            <a:ext cx="4375354" cy="18288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Californian FB" panose="0207040306080B030204" pitchFamily="18" charset="0"/>
              </a:rPr>
              <a:t>Q2) </a:t>
            </a:r>
            <a:r>
              <a:rPr lang="en-IN" sz="2400" dirty="0">
                <a:latin typeface="Californian FB" panose="0207040306080B030204" pitchFamily="18" charset="0"/>
              </a:rPr>
              <a:t>What role after – sales support (AppleCare, Genius Bar) play in building trust?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E849F6-AA3F-2D6C-4944-009E8F293A77}"/>
              </a:ext>
            </a:extLst>
          </p:cNvPr>
          <p:cNvSpPr/>
          <p:nvPr/>
        </p:nvSpPr>
        <p:spPr>
          <a:xfrm>
            <a:off x="3613355" y="4274341"/>
            <a:ext cx="4375354" cy="18288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Californian FB" panose="0207040306080B030204" pitchFamily="18" charset="0"/>
              </a:rPr>
              <a:t>Q3) </a:t>
            </a:r>
            <a:r>
              <a:rPr lang="en-IN" sz="2400" dirty="0">
                <a:latin typeface="Californian FB" panose="0207040306080B030204" pitchFamily="18" charset="0"/>
              </a:rPr>
              <a:t>How does personalization across Apple’s services strengthen relationships?</a:t>
            </a:r>
          </a:p>
        </p:txBody>
      </p:sp>
    </p:spTree>
    <p:extLst>
      <p:ext uri="{BB962C8B-B14F-4D97-AF65-F5344CB8AC3E}">
        <p14:creationId xmlns:p14="http://schemas.microsoft.com/office/powerpoint/2010/main" val="474781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CBF3A-3319-EBA0-603D-69AA44B0C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647" y="360003"/>
            <a:ext cx="10515600" cy="1325563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fornian FB" panose="0207040306080B030204" pitchFamily="18" charset="0"/>
              </a:rPr>
              <a:t>WRAPPING UP</a:t>
            </a:r>
            <a:br>
              <a:rPr lang="en-IN" sz="2400" dirty="0">
                <a:latin typeface="Californian FB" panose="0207040306080B030204" pitchFamily="18" charset="0"/>
              </a:rPr>
            </a:br>
            <a:endParaRPr lang="en-IN" sz="2400" dirty="0">
              <a:latin typeface="Californian FB" panose="0207040306080B030204" pitchFamily="18" charset="0"/>
            </a:endParaRP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436BD-F087-357D-8CD0-EAE42787A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3148780" y="-2185221"/>
            <a:ext cx="5894440" cy="12192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400" dirty="0">
                <a:latin typeface="Californian FB" panose="0207040306080B030204" pitchFamily="18" charset="0"/>
              </a:rPr>
              <a:t>     </a:t>
            </a:r>
            <a:r>
              <a:rPr lang="en-IN" sz="4400" b="1" dirty="0">
                <a:latin typeface="Californian FB" panose="0207040306080B030204" pitchFamily="18" charset="0"/>
              </a:rPr>
              <a:t>Benefits, Challenges &amp; Conclusion</a:t>
            </a:r>
            <a:endParaRPr lang="en-IN" sz="44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179DE46-DAA5-329C-3B96-56D2EF80C886}"/>
              </a:ext>
            </a:extLst>
          </p:cNvPr>
          <p:cNvSpPr/>
          <p:nvPr/>
        </p:nvSpPr>
        <p:spPr>
          <a:xfrm>
            <a:off x="492647" y="1690688"/>
            <a:ext cx="3577908" cy="363839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Californian FB" panose="0207040306080B030204" pitchFamily="18" charset="0"/>
              </a:rPr>
              <a:t>Benefits</a:t>
            </a:r>
          </a:p>
          <a:p>
            <a:pPr algn="ctr"/>
            <a:endParaRPr lang="en-IN" sz="2400" dirty="0">
              <a:latin typeface="Californian FB" panose="0207040306080B030204" pitchFamily="18" charset="0"/>
            </a:endParaRPr>
          </a:p>
          <a:p>
            <a:pPr algn="ctr"/>
            <a:r>
              <a:rPr lang="en-IN" sz="2400" dirty="0">
                <a:latin typeface="Californian FB" panose="0207040306080B030204" pitchFamily="18" charset="0"/>
              </a:rPr>
              <a:t>Stronger loyalty, more repeat purchases, better service and lasting brand relationships</a:t>
            </a:r>
            <a:r>
              <a:rPr lang="en-IN" dirty="0"/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120D01B-9019-9652-0461-5AC662809488}"/>
              </a:ext>
            </a:extLst>
          </p:cNvPr>
          <p:cNvSpPr/>
          <p:nvPr/>
        </p:nvSpPr>
        <p:spPr>
          <a:xfrm>
            <a:off x="4134269" y="2654249"/>
            <a:ext cx="3839692" cy="407593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Californian FB" panose="0207040306080B030204" pitchFamily="18" charset="0"/>
              </a:rPr>
              <a:t>Challenges</a:t>
            </a:r>
          </a:p>
          <a:p>
            <a:pPr algn="ctr"/>
            <a:endParaRPr lang="en-IN" sz="2400" dirty="0">
              <a:latin typeface="Californian FB" panose="0207040306080B030204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en-US" sz="2400" dirty="0">
                <a:solidFill>
                  <a:schemeClr val="tx1"/>
                </a:solidFill>
                <a:latin typeface="Californian FB" panose="0207040306080B030204" pitchFamily="18" charset="0"/>
                <a:ea typeface="Calibri" pitchFamily="34" charset="-122"/>
                <a:cs typeface="Calibri" pitchFamily="34" charset="-120"/>
              </a:rPr>
              <a:t>Privacy concerns, data security, CRM costs and maintaining genuine personalization.</a:t>
            </a:r>
            <a:endParaRPr lang="en-US" sz="2400" dirty="0">
              <a:solidFill>
                <a:schemeClr val="tx1"/>
              </a:solidFill>
              <a:latin typeface="Californian FB" panose="0207040306080B0302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8DD59F5-304B-928B-9AF1-9B9A31616984}"/>
              </a:ext>
            </a:extLst>
          </p:cNvPr>
          <p:cNvSpPr/>
          <p:nvPr/>
        </p:nvSpPr>
        <p:spPr>
          <a:xfrm>
            <a:off x="8062452" y="1868129"/>
            <a:ext cx="3839692" cy="407593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lifornian FB" panose="0207040306080B030204" pitchFamily="18" charset="0"/>
                <a:ea typeface="Calibri" pitchFamily="34" charset="-122"/>
                <a:cs typeface="Calibri" pitchFamily="34" charset="-120"/>
              </a:rPr>
              <a:t>Conclusion</a:t>
            </a:r>
          </a:p>
          <a:p>
            <a:pPr algn="ctr"/>
            <a:endParaRPr lang="en-US" dirty="0">
              <a:solidFill>
                <a:srgbClr val="D9ED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Californian FB" panose="0207040306080B030204" pitchFamily="18" charset="0"/>
                <a:ea typeface="Calibri" pitchFamily="34" charset="-122"/>
                <a:cs typeface="Calibri" pitchFamily="34" charset="-120"/>
              </a:rPr>
              <a:t>CRM helps businesses move from simply making sales to building lasting customer relationships</a:t>
            </a:r>
            <a:endParaRPr lang="en-IN" sz="2400" dirty="0">
              <a:solidFill>
                <a:schemeClr val="tx1"/>
              </a:solidFill>
              <a:latin typeface="Californian FB" panose="0207040306080B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956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738816-9481-DF36-8C8D-8E4BB0B0EB57}"/>
              </a:ext>
            </a:extLst>
          </p:cNvPr>
          <p:cNvSpPr/>
          <p:nvPr/>
        </p:nvSpPr>
        <p:spPr>
          <a:xfrm>
            <a:off x="2565558" y="1982450"/>
            <a:ext cx="706088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effectLst/>
                <a:latin typeface="Californian FB" panose="0207040306080B030204" pitchFamily="18" charset="0"/>
              </a:rPr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1778258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RM Theme">
      <a:dk1>
        <a:srgbClr val="6D2E46"/>
      </a:dk1>
      <a:lt1>
        <a:srgbClr val="ECE2D0"/>
      </a:lt1>
      <a:dk2>
        <a:srgbClr val="775F55"/>
      </a:dk2>
      <a:lt2>
        <a:srgbClr val="EBDDC3"/>
      </a:lt2>
      <a:accent1>
        <a:srgbClr val="A26769"/>
      </a:accent1>
      <a:accent2>
        <a:srgbClr val="D5B9B2"/>
      </a:accent2>
      <a:accent3>
        <a:srgbClr val="6D2E46"/>
      </a:accent3>
      <a:accent4>
        <a:srgbClr val="A26769"/>
      </a:accent4>
      <a:accent5>
        <a:srgbClr val="D5B9B2"/>
      </a:accent5>
      <a:accent6>
        <a:srgbClr val="ECE2D0"/>
      </a:accent6>
      <a:hlink>
        <a:srgbClr val="F7B615"/>
      </a:hlink>
      <a:folHlink>
        <a:srgbClr val="704404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</TotalTime>
  <Words>340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Californian FB</vt:lpstr>
      <vt:lpstr>Wingdings</vt:lpstr>
      <vt:lpstr>Office Theme</vt:lpstr>
      <vt:lpstr>Relationship Marketing &amp; Development</vt:lpstr>
      <vt:lpstr>INTRODUCTION</vt:lpstr>
      <vt:lpstr>OBJECTIVES &amp; IMPORTANCE  What Relationship Marketing Aims to Achieve</vt:lpstr>
      <vt:lpstr>THE PROCESS  </vt:lpstr>
      <vt:lpstr>     </vt:lpstr>
      <vt:lpstr>     </vt:lpstr>
      <vt:lpstr>APPLE CASE STUDY Discussion Questions</vt:lpstr>
      <vt:lpstr>WRAPPING UP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mohdaadil9867@gmail.com</dc:creator>
  <cp:lastModifiedBy>mohdaadil9867@gmail.com</cp:lastModifiedBy>
  <cp:revision>1</cp:revision>
  <dcterms:created xsi:type="dcterms:W3CDTF">2026-08-11T14:48:53Z</dcterms:created>
  <dcterms:modified xsi:type="dcterms:W3CDTF">2026-08-11T18:32:24Z</dcterms:modified>
</cp:coreProperties>
</file>